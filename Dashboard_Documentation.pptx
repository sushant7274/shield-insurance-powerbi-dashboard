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5" r:id="rId4"/>
    <p:sldId id="259" r:id="rId5"/>
    <p:sldId id="264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575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4000" b="1" dirty="0"/>
              <a:t>Insurance Policy Analytics 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User Guide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View  •  Sales Mode Analysis  •  Age Group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KPIs, monthly revenue trend, daily growth tracking and city-wise performance matrix.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Sales Mode Analysis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different sales channels (Offline-Agent, Offline-Direct, Online-App, Online-Website) perform over time and their revenue/customer split.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Age Group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customer demographics — how age groups relate to sales mode preference, policy preference, and expected settlement rates.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include consistent slicers: Sales Mode, Age Group, City, Month, Policy ID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General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05740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count of customers who purchased a policy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922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LM: Month-over-Month % change vs last month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95728" y="91440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914400"/>
            <a:ext cx="20574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87168" y="1261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final premium amounts paid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87168" y="1755648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7922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LM: Month-over-Month % change vs last month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914400"/>
            <a:ext cx="205740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Growth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0016" y="1261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revenue change vs previous day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0016" y="1755648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7922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LM: MoM % change vs last month (avg across days if no date selected)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21424" y="91440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914400"/>
            <a:ext cx="205740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Customer Growth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12864" y="1261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customer count change vs previous day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12864" y="1755648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17922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LM: MoM % change vs last month (avg across days if no date selected)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28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" y="2907792"/>
            <a:ext cx="8778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971800"/>
            <a:ext cx="28346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9718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/ Customers by Month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3101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(Toggle)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dim_date[mmm_yy]  |  Y: Total Revenue or Total Customers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416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Switch between Revenue and Customer trend via CTRL click on the toggle buttons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72968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2968" y="2971800"/>
            <a:ext cx="283464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29718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Customers by City &amp; Age Group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64408" y="33101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Table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64408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City → Age Group drilldown  |  Values: Total Revenue, Total Customers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64408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40416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Drill from city level down to age group level to identify top performing segments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63056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2971800"/>
            <a:ext cx="28346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9718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Customer Split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4496" y="33101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54496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Revenue and Total Customers split by City and Age Group separately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54496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54496" y="40416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Useful for comparing performance across cities and demographic segments side by side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Sales Mode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Mode Trend Over Months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Line Chart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Total Revenue  | X –axis: Month Year   |  Legend: fact_premiums[sales_mode]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Shows how each sales channel performs month by month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9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Mode Breakdown by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Tree Map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620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Total Revenue  |  Legend: fact_premiums[sales_mode]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3639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Shows share of total revenue per sales channel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85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Mode Breakdown by Customer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593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Tree Map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Total Customers  |  Legend: fact_premiums[sales_mode]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Shows share of total customers per sales channel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Age Group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374634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374634"/>
            <a:ext cx="429768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37463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vs Policy Preference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703818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Chart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904986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(dim_customer)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106154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30732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fact_premiums[policy_id]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49020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31-40 and 41-50 age groups show highest policy uptake across most policy types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4634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4634"/>
            <a:ext cx="4297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37463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 by Age Groups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703818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904986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dim_date[Month Year]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2106154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230732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dim_customer[Age Group]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49020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31-40 age group consistently leads in customer count with a peak in Mar 23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292911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929114"/>
            <a:ext cx="2743200" cy="29260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92911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vs Sales Mode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25829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Bar Chart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345946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dim_customer[Age Group]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366063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(%)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86180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fact_premiums[sales_mode]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409040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Offline-Agent dominates across all age groups; younger groups show slightly higher online usage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08960" y="292911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2929114"/>
            <a:ext cx="2743200" cy="292608"/>
          </a:xfrm>
          <a:prstGeom prst="rect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82112" y="292911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vs Expected Settlements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325829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0" y="345946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fact_settlements[Age Group] (calculated column)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0" y="366063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settlement%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0" y="386180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0" y="409040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Clear upward trend — older age groups (65+) have ~80%+ settlement rates vs ~38% for 18-24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35040" y="2929114"/>
            <a:ext cx="2926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2929114"/>
            <a:ext cx="2926080" cy="292608"/>
          </a:xfrm>
          <a:prstGeom prst="rect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92911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by Age Group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325829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3459466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dim_customer[Age Group]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26480" y="3660634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6480" y="386180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409040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31-40 is the largest customer segment (~9.5K), followed by 41-50 (~7.5K)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005840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Offline-Agent, Offline-Direct, Online-App, or Online-Website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64008" cy="1005840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customer age segments: 18-24, 25-30, 31-40, 41-50, 51-65, 65+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64008" cy="1005840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606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customer city (Chennai, Delhi NCR, Hyderabad, Indore, etc.)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64008" cy="1005840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606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month using the dim_date[Month Year] column (MMM YY format)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83280"/>
            <a:ext cx="64008" cy="1005840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specific policy IDs to analyze individual policy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fact_premiums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033272"/>
            <a:ext cx="109728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transaction table — date, customer_code, policy_id, sales_mode, final_premium_amt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64792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37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fact_settlements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837944"/>
            <a:ext cx="109728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122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table — age and settlement% data (no relationship to other tables)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6946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69464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426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642616"/>
            <a:ext cx="1097280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169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 — customer_code, dob, city. Contains calculated Age and Age Group columns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74136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47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447288"/>
            <a:ext cx="1097280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721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 — date, mmm_yy, day_type, week_no. Contains Month Year and Month Sort columns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78808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dim_policies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251960"/>
            <a:ext cx="1097280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info — policy_id, base_cover, base_premium_amt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906</Words>
  <Application>Microsoft Office PowerPoint</Application>
  <PresentationFormat>On-screen Show 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Dashboard Documentation</dc:title>
  <dc:subject>PptxGenJS Presentation</dc:subject>
  <dc:creator>PptxGenJS</dc:creator>
  <cp:lastModifiedBy>sushant bhusal</cp:lastModifiedBy>
  <cp:revision>3</cp:revision>
  <dcterms:created xsi:type="dcterms:W3CDTF">2026-05-22T11:14:00Z</dcterms:created>
  <dcterms:modified xsi:type="dcterms:W3CDTF">2026-05-22T12:05:36Z</dcterms:modified>
</cp:coreProperties>
</file>